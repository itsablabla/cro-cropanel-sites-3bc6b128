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(86/100)  ·  5 findings  ·  5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homepage's ability to establish trust and reduce perceived risk for first-time visitors, but it is bleeding value because no trust signals (returns policy, guarantee, reviews, security badge) appear above the fold, leaving visitors with no reason to believe the site is credible or safe to transact with.</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1.0–4.4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All six standard security headers are absent, leaving the site vulnerable to attacks and reducing user trust.</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Missing or malformed title, description, and Open Graph tags degrade search and social previews, reducing click-through </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C0392B"/>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No responsive viewport declared</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Mobile browsers render the desktop layout scaled down, making tap targets too small and hurting usability.</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Missing trust signals above fold</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homepage lacks returns policy, guarantee, reviews, and security badges, failing to offset purchase risk for first-ti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4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responsive viewport declared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mobile render: no &lt;meta name="viewport"&gt; present."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Without a viewport meta tag mobile browsers render the desktop layout scaled down, making every tap target too small.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6" name="TextBox 5"/>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7" name="TextBox 6"/>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8" name="TextBox 7"/>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9" name="TextBox 8"/>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0" name="TextBox 9"/>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1" name="TextBox 10"/>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fold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